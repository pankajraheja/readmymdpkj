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 Modular Monolith Architecture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Architecture Team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32320" y="914400"/>
            <a:ext cx="1645920" cy="3200400"/>
          </a:xfrm>
          <a:prstGeom prst="rect">
            <a:avLst/>
          </a:prstGeom>
          <a:solidFill>
            <a:srgbClr val="0EA5E9">
              <a:alpha val="9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1280160"/>
            <a:ext cx="1280160" cy="2468880"/>
          </a:xfrm>
          <a:prstGeom prst="rect">
            <a:avLst/>
          </a:prstGeom>
          <a:solidFill>
            <a:srgbClr val="0EA5E9">
              <a:alpha val="8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creates operational risk and slows delivery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54864" cy="74980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733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5819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Conflicts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1874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apps competing for the same ports cause deployment failures and downtime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377440"/>
            <a:ext cx="54864" cy="74980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4203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505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Entry Point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5448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manage connections to 4–5 separate services with no unified API surface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24612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246120"/>
            <a:ext cx="54864" cy="74980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1071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319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DB Logic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3611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maintains its own connection pools, models, and migration scripts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11480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4114800"/>
            <a:ext cx="54864" cy="74980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7939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1879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Bottleneck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55448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 codebases make independent deployment and scaling impossible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API gateway with a modular monolithic backend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874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18745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828800"/>
            <a:ext cx="685800" cy="68580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94767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743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1546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 on port 3000 proxying to isolated modules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0" y="1508760"/>
            <a:ext cx="1874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0" y="1508760"/>
            <a:ext cx="18745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0"/>
          <p:cNvSpPr/>
          <p:nvPr/>
        </p:nvSpPr>
        <p:spPr>
          <a:xfrm>
            <a:off x="3337560" y="1828800"/>
            <a:ext cx="685800" cy="68580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94767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2743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Isolation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880360" y="31546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on its own port (4001–4005) — zero conflicts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46320" y="1508760"/>
            <a:ext cx="1874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46320" y="1508760"/>
            <a:ext cx="18745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Shape 15"/>
          <p:cNvSpPr/>
          <p:nvPr/>
        </p:nvSpPr>
        <p:spPr>
          <a:xfrm>
            <a:off x="5440680" y="1828800"/>
            <a:ext cx="685800" cy="68580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194767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83480" y="2743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Layer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983480" y="31546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connection pool, schema-per-module isolation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949440" y="1508760"/>
            <a:ext cx="1874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49440" y="1508760"/>
            <a:ext cx="18745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Shape 20"/>
          <p:cNvSpPr/>
          <p:nvPr/>
        </p:nvSpPr>
        <p:spPr>
          <a:xfrm>
            <a:off x="7543800" y="1828800"/>
            <a:ext cx="685800" cy="68580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947672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86600" y="2743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Boundaries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086600" y="31546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access only via approved contract functions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Architecture: Before &amp; After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00200" y="1554480"/>
            <a:ext cx="1463040" cy="411480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331720"/>
            <a:ext cx="2468880" cy="310896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317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 :3000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715768"/>
            <a:ext cx="2468880" cy="310896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7157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 :3000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099816"/>
            <a:ext cx="2468880" cy="310896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998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 :3000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3483864"/>
            <a:ext cx="2468880" cy="310896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838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 :3000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3867912"/>
            <a:ext cx="2468880" cy="310896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867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 :3000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4343400"/>
            <a:ext cx="1920240" cy="365760"/>
          </a:xfrm>
          <a:prstGeom prst="rect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(tangled)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1554480"/>
            <a:ext cx="1463040" cy="411480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2194560"/>
            <a:ext cx="27432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:3000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2926080"/>
            <a:ext cx="621792" cy="640080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926080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88152" y="2926080"/>
            <a:ext cx="621792" cy="640080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30" name="Text 28"/>
          <p:cNvSpPr/>
          <p:nvPr/>
        </p:nvSpPr>
        <p:spPr>
          <a:xfrm>
            <a:off x="5788152" y="2926080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01384" y="2926080"/>
            <a:ext cx="621792" cy="640080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32" name="Text 30"/>
          <p:cNvSpPr/>
          <p:nvPr/>
        </p:nvSpPr>
        <p:spPr>
          <a:xfrm>
            <a:off x="6501384" y="2926080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14616" y="2926080"/>
            <a:ext cx="621792" cy="640080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34" name="Text 32"/>
          <p:cNvSpPr/>
          <p:nvPr/>
        </p:nvSpPr>
        <p:spPr>
          <a:xfrm>
            <a:off x="7214616" y="2926080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27848" y="2926080"/>
            <a:ext cx="621792" cy="640080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36" name="Text 34"/>
          <p:cNvSpPr/>
          <p:nvPr/>
        </p:nvSpPr>
        <p:spPr>
          <a:xfrm>
            <a:off x="7927848" y="2926080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0" y="3840480"/>
            <a:ext cx="265176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— Schema per Module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 Isolation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runs on a dedicated port — zero deployment conflicts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86384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210312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Prefix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Routing, Auth, Rate Limiting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/api/app-a/*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/api/app-b/*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/api/app-c/*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/api/app-d/*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/api/app-e/*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0857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4526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orchestrates all services — single command startup, health checks built 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Monolithic Database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server, logically isolated schemas, shared connection pool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0292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5506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Schema-per-Module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1856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SCHEMA app_a, app_b … each module owns its tables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50292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33172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7802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Boundaries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46304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roles prevent cross-schema access at the DB level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154680"/>
            <a:ext cx="50292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15468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0098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63040" y="3502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functions for cross-module queries — no rogue JOINs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3977640"/>
            <a:ext cx="50292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97764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2394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Pool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463040" y="4325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connection pool with scoped clients — efficient and simple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035040" y="1508760"/>
            <a:ext cx="2743200" cy="33832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6" name="Text 20"/>
          <p:cNvSpPr/>
          <p:nvPr/>
        </p:nvSpPr>
        <p:spPr>
          <a:xfrm>
            <a:off x="60350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400800" y="2011680"/>
            <a:ext cx="2011680" cy="347472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app_a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400800" y="2450592"/>
            <a:ext cx="2011680" cy="347472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30" name="Text 24"/>
          <p:cNvSpPr/>
          <p:nvPr/>
        </p:nvSpPr>
        <p:spPr>
          <a:xfrm>
            <a:off x="6400800" y="2450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app_b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400800" y="2889504"/>
            <a:ext cx="2011680" cy="347472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32" name="Text 26"/>
          <p:cNvSpPr/>
          <p:nvPr/>
        </p:nvSpPr>
        <p:spPr>
          <a:xfrm>
            <a:off x="6400800" y="28895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app_c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400800" y="3328416"/>
            <a:ext cx="2011680" cy="347472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34" name="Text 28"/>
          <p:cNvSpPr/>
          <p:nvPr/>
        </p:nvSpPr>
        <p:spPr>
          <a:xfrm>
            <a:off x="6400800" y="33284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app_d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400800" y="3767328"/>
            <a:ext cx="2011680" cy="347472"/>
          </a:xfrm>
          <a:prstGeom prst="rect">
            <a:avLst/>
          </a:prstGeom>
          <a:solidFill>
            <a:srgbClr val="2A4066"/>
          </a:solidFill>
          <a:ln/>
        </p:spPr>
      </p:sp>
      <p:sp>
        <p:nvSpPr>
          <p:cNvPr id="36" name="Text 30"/>
          <p:cNvSpPr/>
          <p:nvPr/>
        </p:nvSpPr>
        <p:spPr>
          <a:xfrm>
            <a:off x="640080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400800" y="4206240"/>
            <a:ext cx="201168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2"/>
          <p:cNvSpPr/>
          <p:nvPr/>
        </p:nvSpPr>
        <p:spPr>
          <a:xfrm>
            <a:off x="640080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&amp;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155448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55448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API for all consumers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749040" cy="155448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18872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566928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Conflicts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ports per module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017520"/>
            <a:ext cx="3749040" cy="155448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17" name="Shape 13"/>
          <p:cNvSpPr/>
          <p:nvPr/>
        </p:nvSpPr>
        <p:spPr>
          <a:xfrm>
            <a:off x="640080" y="301752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375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200" dirty="0"/>
          </a:p>
        </p:txBody>
      </p:sp>
      <p:sp>
        <p:nvSpPr>
          <p:cNvPr id="20" name="Text 15"/>
          <p:cNvSpPr/>
          <p:nvPr/>
        </p:nvSpPr>
        <p:spPr>
          <a:xfrm>
            <a:off x="155448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DB Boilerplate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55448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pool &amp; models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017520"/>
            <a:ext cx="3749040" cy="155448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23" name="Shape 18"/>
          <p:cNvSpPr/>
          <p:nvPr/>
        </p:nvSpPr>
        <p:spPr>
          <a:xfrm>
            <a:off x="4754880" y="301752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3756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6928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4200" dirty="0"/>
          </a:p>
        </p:txBody>
      </p:sp>
      <p:sp>
        <p:nvSpPr>
          <p:cNvPr id="26" name="Text 20"/>
          <p:cNvSpPr/>
          <p:nvPr/>
        </p:nvSpPr>
        <p:spPr>
          <a:xfrm>
            <a:off x="566928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6928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module boundaries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37360" y="1188720"/>
            <a:ext cx="36576" cy="34747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1399032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234440"/>
            <a:ext cx="6400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0" y="1234440"/>
            <a:ext cx="54864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289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289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1600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into workspaces, move apps to modules/, set up build tooling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72768" y="2267712"/>
            <a:ext cx="365760" cy="36576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2103120"/>
            <a:ext cx="6400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0" y="2103120"/>
            <a:ext cx="54864" cy="71323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157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&amp; Ports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2468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API gateway, assign dedicated ports, add health checks and Docker Compose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72768" y="313639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0" y="2971800"/>
            <a:ext cx="6400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0" y="297180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3026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3026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Refactor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14600" y="3337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shared connection pool, create schemas per module, migrate models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72768" y="400507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3840480"/>
            <a:ext cx="6400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0" y="384048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2514600" y="38953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38953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Rollout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14600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tests, schema isolation validation, staged deployment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81728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80160" y="46177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effort: 6 weeks with 2 engineers — zero downtime migration path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Consolidate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3375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718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architecture approach &amp; timeline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7947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9718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2 engineers for 6-week sprint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42519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718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Phase 1 — monorepo restructure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Consolidation — API Gateway &amp; Modular Monolith</dc:title>
  <dc:subject>PptxGenJS Presentation</dc:subject>
  <dc:creator>Architecture Team</dc:creator>
  <cp:lastModifiedBy>Architecture Team</cp:lastModifiedBy>
  <cp:revision>1</cp:revision>
  <dcterms:created xsi:type="dcterms:W3CDTF">2026-03-02T01:56:15Z</dcterms:created>
  <dcterms:modified xsi:type="dcterms:W3CDTF">2026-03-02T01:56:15Z</dcterms:modified>
</cp:coreProperties>
</file>